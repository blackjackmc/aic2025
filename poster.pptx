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8800425" cy="4679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60EE"/>
    <a:srgbClr val="292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" d="100"/>
          <a:sy n="10" d="100"/>
        </p:scale>
        <p:origin x="384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659088"/>
            <a:ext cx="24480361" cy="16293159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4580574"/>
            <a:ext cx="21600319" cy="11299043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680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411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1667389"/>
            <a:ext cx="24840367" cy="19467289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31318846"/>
            <a:ext cx="24840367" cy="10237387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7272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2458200"/>
            <a:ext cx="12240181" cy="29693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2458200"/>
            <a:ext cx="12240181" cy="29693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117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491650"/>
            <a:ext cx="24840367" cy="90457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1472381"/>
            <a:ext cx="12183928" cy="5622437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7094818"/>
            <a:ext cx="12183928" cy="251439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1472381"/>
            <a:ext cx="12243932" cy="5622437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7094818"/>
            <a:ext cx="12243932" cy="251439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466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093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69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3119967"/>
            <a:ext cx="9288887" cy="10919883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738272"/>
            <a:ext cx="14580215" cy="33257978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4039850"/>
            <a:ext cx="9288887" cy="26010559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268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3119967"/>
            <a:ext cx="9288887" cy="10919883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738272"/>
            <a:ext cx="14580215" cy="33257978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4039850"/>
            <a:ext cx="9288887" cy="26010559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1638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165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491640"/>
            <a:ext cx="6210092" cy="39660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491640"/>
            <a:ext cx="18270270" cy="39660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469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491650"/>
            <a:ext cx="24840367" cy="9045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2458200"/>
            <a:ext cx="24840367" cy="29693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3376214"/>
            <a:ext cx="6480096" cy="2491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B227A-CF81-45D0-876F-7E238E033073}" type="datetimeFigureOut">
              <a:rPr lang="vi-VN" smtClean="0"/>
              <a:t>24/11/2025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3376214"/>
            <a:ext cx="9720143" cy="2491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3376214"/>
            <a:ext cx="6480096" cy="2491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E7EA2-743F-45FA-ADF6-9171163BF6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798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hông có mô tả.">
            <a:extLst>
              <a:ext uri="{FF2B5EF4-FFF2-40B4-BE49-F238E27FC236}">
                <a16:creationId xmlns:a16="http://schemas.microsoft.com/office/drawing/2014/main" id="{233ACDBD-F0F1-0551-601B-B880DFB049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" r="1199" b="60649"/>
          <a:stretch>
            <a:fillRect/>
          </a:stretch>
        </p:blipFill>
        <p:spPr bwMode="auto">
          <a:xfrm>
            <a:off x="0" y="0"/>
            <a:ext cx="28800425" cy="653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49DAD0-6BFC-9DEB-D073-6FC2F2D9D761}"/>
              </a:ext>
            </a:extLst>
          </p:cNvPr>
          <p:cNvSpPr/>
          <p:nvPr/>
        </p:nvSpPr>
        <p:spPr>
          <a:xfrm>
            <a:off x="0" y="6531429"/>
            <a:ext cx="28800425" cy="3004457"/>
          </a:xfrm>
          <a:prstGeom prst="rect">
            <a:avLst/>
          </a:prstGeom>
          <a:solidFill>
            <a:srgbClr val="6060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9728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Black Jack</dc:creator>
  <cp:lastModifiedBy>Black Jack</cp:lastModifiedBy>
  <cp:revision>1</cp:revision>
  <dcterms:created xsi:type="dcterms:W3CDTF">2025-11-24T16:07:49Z</dcterms:created>
  <dcterms:modified xsi:type="dcterms:W3CDTF">2025-11-24T17:16:14Z</dcterms:modified>
</cp:coreProperties>
</file>